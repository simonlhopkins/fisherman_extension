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62" r:id="rId4"/>
    <p:sldId id="258" r:id="rId5"/>
    <p:sldId id="259" r:id="rId6"/>
    <p:sldId id="263" r:id="rId7"/>
    <p:sldId id="264" r:id="rId8"/>
    <p:sldId id="260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26"/>
  </p:normalViewPr>
  <p:slideViewPr>
    <p:cSldViewPr snapToGrid="0" snapToObjects="1">
      <p:cViewPr>
        <p:scale>
          <a:sx n="87" d="100"/>
          <a:sy n="87" d="100"/>
        </p:scale>
        <p:origin x="153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938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5431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07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931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681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8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62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83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086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755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337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416546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earing a yellow hat&#10;&#10;Description automatically generated">
            <a:extLst>
              <a:ext uri="{FF2B5EF4-FFF2-40B4-BE49-F238E27FC236}">
                <a16:creationId xmlns:a16="http://schemas.microsoft.com/office/drawing/2014/main" id="{E0A95638-3B7F-364F-9B33-10242C6AF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10" y="-760960"/>
            <a:ext cx="10655580" cy="152379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07F07A-854E-EF4D-8E8C-828DDB6E06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A22AEB-67D1-D043-AB03-026DD5AC07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0B56-D08E-0B4E-8510-A3DC8EF6667E}"/>
              </a:ext>
            </a:extLst>
          </p:cNvPr>
          <p:cNvSpPr txBox="1"/>
          <p:nvPr/>
        </p:nvSpPr>
        <p:spPr>
          <a:xfrm>
            <a:off x="53835" y="200025"/>
            <a:ext cx="714375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A429F-DF3D-F742-A34E-F5307E141778}"/>
              </a:ext>
            </a:extLst>
          </p:cNvPr>
          <p:cNvSpPr txBox="1"/>
          <p:nvPr/>
        </p:nvSpPr>
        <p:spPr>
          <a:xfrm>
            <a:off x="11477625" y="200025"/>
            <a:ext cx="714375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r>
              <a:rPr lang="en-US" sz="3600" dirty="0"/>
              <a:t>🐟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83074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E1112-0D6C-5143-9F52-D61CAF78F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2 Studios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25A14-0939-884B-A4F8-51EE326B9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Jenny – Artist</a:t>
            </a:r>
          </a:p>
          <a:p>
            <a:r>
              <a:rPr lang="en-US" dirty="0"/>
              <a:t>Dan – Artist</a:t>
            </a:r>
          </a:p>
          <a:p>
            <a:r>
              <a:rPr lang="en-US" dirty="0"/>
              <a:t>Dylan - Writer</a:t>
            </a:r>
          </a:p>
          <a:p>
            <a:r>
              <a:rPr lang="en-US" dirty="0"/>
              <a:t>Jordan – Programmer</a:t>
            </a:r>
          </a:p>
          <a:p>
            <a:r>
              <a:rPr lang="en-US" dirty="0"/>
              <a:t>Simon – Programmer</a:t>
            </a:r>
          </a:p>
          <a:p>
            <a:r>
              <a:rPr lang="en-US" dirty="0"/>
              <a:t>Michael – Programmer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69246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0" advTm="5000">
        <p15:prstTrans prst="curtains"/>
      </p:transition>
    </mc:Choice>
    <mc:Fallback>
      <p:transition spd="slow" advTm="5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E1112-0D6C-5143-9F52-D61CAF78F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2 Studios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25A14-0939-884B-A4F8-51EE326B9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Jenny – Artist</a:t>
            </a:r>
          </a:p>
          <a:p>
            <a:r>
              <a:rPr lang="en-US" dirty="0"/>
              <a:t>Dan – Artist</a:t>
            </a:r>
          </a:p>
          <a:p>
            <a:r>
              <a:rPr lang="en-US" dirty="0"/>
              <a:t>Dylan - Fisher</a:t>
            </a:r>
          </a:p>
          <a:p>
            <a:r>
              <a:rPr lang="en-US" dirty="0"/>
              <a:t>Jordan – Programmer</a:t>
            </a:r>
          </a:p>
          <a:p>
            <a:r>
              <a:rPr lang="en-US" dirty="0"/>
              <a:t>Simon – Programmer</a:t>
            </a:r>
          </a:p>
          <a:p>
            <a:r>
              <a:rPr lang="en-US" dirty="0"/>
              <a:t>Michael – Programmer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660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FC883-3B54-714C-A489-7112053EE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our definition of a game?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D66CE-1504-874A-8302-EF38816C1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think something is a game, it’s a game!</a:t>
            </a:r>
          </a:p>
        </p:txBody>
      </p:sp>
    </p:spTree>
    <p:extLst>
      <p:ext uri="{BB962C8B-B14F-4D97-AF65-F5344CB8AC3E}">
        <p14:creationId xmlns:p14="http://schemas.microsoft.com/office/powerpoint/2010/main" val="1806511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D99E3-B648-D844-9E75-46224126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some common attributes of a game?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C9285-DB89-8B40-BFE3-D2CB9326A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games today are played on computers</a:t>
            </a:r>
          </a:p>
          <a:p>
            <a:pPr lvl="1"/>
            <a:r>
              <a:rPr lang="en-US" dirty="0"/>
              <a:t>Consoles - PlayStation, Xbox, Nintendo, </a:t>
            </a:r>
            <a:r>
              <a:rPr lang="en-US" dirty="0" err="1"/>
              <a:t>Ouya</a:t>
            </a:r>
            <a:r>
              <a:rPr lang="en-US" dirty="0"/>
              <a:t> (RIP ☠️)</a:t>
            </a:r>
          </a:p>
          <a:p>
            <a:pPr lvl="1"/>
            <a:r>
              <a:rPr lang="en-US" dirty="0"/>
              <a:t>Computers - Mac, PC, Linux</a:t>
            </a:r>
          </a:p>
          <a:p>
            <a:pPr lvl="1"/>
            <a:r>
              <a:rPr lang="en-US" dirty="0"/>
              <a:t>Mobile - iOS, Android</a:t>
            </a:r>
          </a:p>
          <a:p>
            <a:pPr lvl="1"/>
            <a:r>
              <a:rPr lang="en-US" dirty="0"/>
              <a:t>Web – </a:t>
            </a:r>
            <a:r>
              <a:rPr lang="en-US" i="1" dirty="0"/>
              <a:t>web browser</a:t>
            </a:r>
          </a:p>
          <a:p>
            <a:r>
              <a:rPr lang="en-US" i="1" dirty="0"/>
              <a:t>The player determines when the game starts and ends</a:t>
            </a:r>
          </a:p>
          <a:p>
            <a:r>
              <a:rPr lang="en-US" i="1" dirty="0"/>
              <a:t>Games are fun!</a:t>
            </a:r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9860616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Tm="2000"/>
    </mc:Choice>
    <mc:Fallback>
      <p:transition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D99E3-B648-D844-9E75-46224126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some common attributes of a fish?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C9285-DB89-8B40-BFE3-D2CB9326A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fish today are played on oceans</a:t>
            </a:r>
          </a:p>
          <a:p>
            <a:pPr lvl="1"/>
            <a:r>
              <a:rPr lang="en-US" dirty="0"/>
              <a:t>Consoles - PlayStation, Xbox, Nintendo, </a:t>
            </a:r>
            <a:r>
              <a:rPr lang="en-US" dirty="0" err="1"/>
              <a:t>Ouya</a:t>
            </a:r>
            <a:r>
              <a:rPr lang="en-US" dirty="0"/>
              <a:t> (RIP 🐟)</a:t>
            </a:r>
          </a:p>
          <a:p>
            <a:pPr lvl="1"/>
            <a:r>
              <a:rPr lang="en-US" dirty="0"/>
              <a:t>Computers - Mac, PC, Linux</a:t>
            </a:r>
          </a:p>
          <a:p>
            <a:pPr lvl="1"/>
            <a:r>
              <a:rPr lang="en-US" dirty="0"/>
              <a:t>Mobile - iOS, Android</a:t>
            </a:r>
          </a:p>
          <a:p>
            <a:pPr lvl="1"/>
            <a:r>
              <a:rPr lang="en-US" dirty="0"/>
              <a:t>Web – </a:t>
            </a:r>
            <a:r>
              <a:rPr lang="en-US" i="1" dirty="0"/>
              <a:t>web browser</a:t>
            </a:r>
          </a:p>
          <a:p>
            <a:r>
              <a:rPr lang="en-US" i="1" dirty="0"/>
              <a:t>The fisher determines when the game starts and ends</a:t>
            </a:r>
          </a:p>
          <a:p>
            <a:r>
              <a:rPr lang="en-US" i="1" dirty="0"/>
              <a:t>Games are fish!</a:t>
            </a:r>
          </a:p>
          <a:p>
            <a:r>
              <a:rPr lang="en-US" dirty="0"/>
              <a:t>🐟 🐟 🐟 🐟 🐟 🐟 🐟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3434360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Tm="500"/>
    </mc:Choice>
    <mc:Fallback>
      <p:transition advTm="5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D99E3-B648-D844-9E75-46224126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some common attributes of a game?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C9285-DB89-8B40-BFE3-D2CB9326A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games today are played on computers</a:t>
            </a:r>
          </a:p>
          <a:p>
            <a:pPr lvl="1"/>
            <a:r>
              <a:rPr lang="en-US" dirty="0"/>
              <a:t>Consoles - PlayStation, Xbox, Nintendo, </a:t>
            </a:r>
            <a:r>
              <a:rPr lang="en-US" dirty="0" err="1"/>
              <a:t>Ouya</a:t>
            </a:r>
            <a:r>
              <a:rPr lang="en-US" dirty="0"/>
              <a:t> (RIP ☠️)</a:t>
            </a:r>
          </a:p>
          <a:p>
            <a:pPr lvl="1"/>
            <a:r>
              <a:rPr lang="en-US" dirty="0"/>
              <a:t>Computers - Mac, PC, Linux</a:t>
            </a:r>
          </a:p>
          <a:p>
            <a:pPr lvl="1"/>
            <a:r>
              <a:rPr lang="en-US" dirty="0"/>
              <a:t>Mobile - iOS, Android</a:t>
            </a:r>
          </a:p>
          <a:p>
            <a:pPr lvl="1"/>
            <a:r>
              <a:rPr lang="en-US" dirty="0"/>
              <a:t>Web – </a:t>
            </a:r>
            <a:r>
              <a:rPr lang="en-US" i="1" dirty="0"/>
              <a:t>web browser</a:t>
            </a:r>
          </a:p>
          <a:p>
            <a:r>
              <a:rPr lang="en-US" i="1" dirty="0"/>
              <a:t>The player determines when the game starts and ends</a:t>
            </a:r>
          </a:p>
          <a:p>
            <a:r>
              <a:rPr lang="en-US" i="1" dirty="0"/>
              <a:t>Games are fun!</a:t>
            </a:r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643512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4D619-0EF9-2D45-82E7-1ED618FE7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push back?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34708-FCAB-5947-9DF4-7756CB225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Start and end of the game</a:t>
            </a:r>
          </a:p>
          <a:p>
            <a:r>
              <a:rPr lang="en-US" dirty="0"/>
              <a:t>Platform</a:t>
            </a:r>
          </a:p>
          <a:p>
            <a:r>
              <a:rPr lang="en-US" dirty="0"/>
              <a:t>Our game is boring</a:t>
            </a:r>
          </a:p>
          <a:p>
            <a:pPr lvl="1"/>
            <a:r>
              <a:rPr lang="en-US" dirty="0"/>
              <a:t>On purpose!</a:t>
            </a:r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3334276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Tm="1000"/>
    </mc:Choice>
    <mc:Fallback>
      <p:transition advTm="1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4D619-0EF9-2D45-82E7-1ED618FE7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fish back?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34708-FCAB-5947-9DF4-7756CB225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🐟 🐟 🐟 🐟 🐟 🐟 🐟 🐟 🐟 🐟 </a:t>
            </a:r>
          </a:p>
          <a:p>
            <a:r>
              <a:rPr lang="en-US" dirty="0"/>
              <a:t>Start and end of the fish</a:t>
            </a:r>
          </a:p>
          <a:p>
            <a:r>
              <a:rPr lang="en-US" dirty="0"/>
              <a:t>Platform</a:t>
            </a:r>
          </a:p>
          <a:p>
            <a:r>
              <a:rPr lang="en-US" dirty="0"/>
              <a:t>Our fish is boring</a:t>
            </a:r>
          </a:p>
          <a:p>
            <a:pPr lvl="1"/>
            <a:r>
              <a:rPr lang="en-US" dirty="0"/>
              <a:t>On porpoise!</a:t>
            </a:r>
          </a:p>
          <a:p>
            <a:r>
              <a:rPr lang="en-US" dirty="0"/>
              <a:t>🐟 🐟 🐟 🐟 🐟 🐟 🐟 🐟 🐟 🐟 </a:t>
            </a:r>
          </a:p>
        </p:txBody>
      </p:sp>
    </p:spTree>
    <p:extLst>
      <p:ext uri="{BB962C8B-B14F-4D97-AF65-F5344CB8AC3E}">
        <p14:creationId xmlns:p14="http://schemas.microsoft.com/office/powerpoint/2010/main" val="319920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67C53-5217-B049-A5AA-3E34F8F9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2459F-506A-BD4C-9FC3-737E4CDE5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didn’t pull an all-nighter last night!!</a:t>
            </a:r>
          </a:p>
          <a:p>
            <a:pPr lvl="1"/>
            <a:r>
              <a:rPr lang="en-US" dirty="0"/>
              <a:t>Yay for proper scoping!</a:t>
            </a:r>
          </a:p>
          <a:p>
            <a:r>
              <a:rPr lang="en-US" dirty="0"/>
              <a:t>Silvia likes our game concept.</a:t>
            </a:r>
          </a:p>
          <a:p>
            <a:pPr lvl="1"/>
            <a:r>
              <a:rPr lang="en-US" dirty="0"/>
              <a:t>Hopefully Silvia likes the game too</a:t>
            </a:r>
          </a:p>
          <a:p>
            <a:r>
              <a:rPr lang="en-US" dirty="0"/>
              <a:t>The real game was the friends we made along the way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</p:txBody>
      </p:sp>
      <p:pic>
        <p:nvPicPr>
          <p:cNvPr id="5" name="Picture 4" descr="A person holding a sign posing for the camera&#10;&#10;Description automatically generated">
            <a:extLst>
              <a:ext uri="{FF2B5EF4-FFF2-40B4-BE49-F238E27FC236}">
                <a16:creationId xmlns:a16="http://schemas.microsoft.com/office/drawing/2014/main" id="{88EECB47-52EC-D746-B6EC-097A02ED4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95" y="916908"/>
            <a:ext cx="5869858" cy="3366536"/>
          </a:xfrm>
          <a:prstGeom prst="rect">
            <a:avLst/>
          </a:prstGeom>
        </p:spPr>
      </p:pic>
      <p:pic>
        <p:nvPicPr>
          <p:cNvPr id="9" name="Picture 8" descr="A picture containing sky, sport&#10;&#10;Description automatically generated">
            <a:extLst>
              <a:ext uri="{FF2B5EF4-FFF2-40B4-BE49-F238E27FC236}">
                <a16:creationId xmlns:a16="http://schemas.microsoft.com/office/drawing/2014/main" id="{E2787DCE-AFE1-714B-8BA6-63974BD96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957" y="1180741"/>
            <a:ext cx="4051300" cy="5168900"/>
          </a:xfrm>
          <a:prstGeom prst="rect">
            <a:avLst/>
          </a:prstGeom>
        </p:spPr>
      </p:pic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32EE82B9-8C99-1A43-A4E3-1EC38726C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129" y="607193"/>
            <a:ext cx="7772400" cy="445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104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67C53-5217-B049-A5AA-3E34F8F9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2459F-506A-BD4C-9FC3-737E4CDE5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didn’t pull an all-nighter last night!!</a:t>
            </a:r>
          </a:p>
          <a:p>
            <a:pPr lvl="1"/>
            <a:r>
              <a:rPr lang="en-US" dirty="0"/>
              <a:t>Yay for proper scoping!</a:t>
            </a:r>
          </a:p>
          <a:p>
            <a:r>
              <a:rPr lang="en-US" dirty="0"/>
              <a:t>Silvia likes our game concept.</a:t>
            </a:r>
          </a:p>
          <a:p>
            <a:pPr lvl="1"/>
            <a:r>
              <a:rPr lang="en-US" dirty="0"/>
              <a:t>Hopefully Silvia likes the game too</a:t>
            </a:r>
          </a:p>
          <a:p>
            <a:r>
              <a:rPr lang="en-US" dirty="0"/>
              <a:t>The real game was the friends we made along the way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869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CB3D2-3A7F-B446-879E-3850E6C81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D97DE-2886-2B45-8174-A3B1E7029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305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4364-3950-3E42-9D2A-9A27A8A33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24EA0-E00A-BF4F-B2F7-72BF57540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successful in using Chrome extensions to develop a new type of experience</a:t>
            </a:r>
          </a:p>
          <a:p>
            <a:r>
              <a:rPr lang="en-US" dirty="0"/>
              <a:t>We made the game and fisherman character extremely boring so that the player doesn’t want to play anymore, causing the ‘game’ to get upset and lure (heh) the player back in</a:t>
            </a:r>
          </a:p>
          <a:p>
            <a:r>
              <a:rPr lang="en-US" dirty="0"/>
              <a:t>Chrome extensions are kind of crazy</a:t>
            </a:r>
          </a:p>
          <a:p>
            <a:r>
              <a:rPr lang="en-US" dirty="0"/>
              <a:t>Very extensible concept, we can add more mischief in easily</a:t>
            </a:r>
          </a:p>
          <a:p>
            <a:r>
              <a:rPr lang="en-US" dirty="0"/>
              <a:t>We had a very good development cycle, no last-minute crunching like in GD1 and GD2</a:t>
            </a:r>
          </a:p>
        </p:txBody>
      </p:sp>
    </p:spTree>
    <p:extLst>
      <p:ext uri="{BB962C8B-B14F-4D97-AF65-F5344CB8AC3E}">
        <p14:creationId xmlns:p14="http://schemas.microsoft.com/office/powerpoint/2010/main" val="60203602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82E"/>
      </a:dk2>
      <a:lt2>
        <a:srgbClr val="C2F5FC"/>
      </a:lt2>
      <a:accent1>
        <a:srgbClr val="4091F3"/>
      </a:accent1>
      <a:accent2>
        <a:srgbClr val="8BBCF1"/>
      </a:accent2>
      <a:accent3>
        <a:srgbClr val="CB6A6A"/>
      </a:accent3>
      <a:accent4>
        <a:srgbClr val="C567AF"/>
      </a:accent4>
      <a:accent5>
        <a:srgbClr val="A684F9"/>
      </a:accent5>
      <a:accent6>
        <a:srgbClr val="A9ACEE"/>
      </a:accent6>
      <a:hlink>
        <a:srgbClr val="6D9CC5"/>
      </a:hlink>
      <a:folHlink>
        <a:srgbClr val="6D82A0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178B2DAB-5DDE-4060-A857-D2E1CDA9250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{10CFB3D3-2422-734D-B847-2063003316A0}tf16401378</Template>
  <TotalTime>507</TotalTime>
  <Words>496</Words>
  <Application>Microsoft Macintosh PowerPoint</Application>
  <PresentationFormat>Widescreen</PresentationFormat>
  <Paragraphs>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MS Shell Dlg 2</vt:lpstr>
      <vt:lpstr>Arial</vt:lpstr>
      <vt:lpstr>Wingdings</vt:lpstr>
      <vt:lpstr>Wingdings 3</vt:lpstr>
      <vt:lpstr>Madison</vt:lpstr>
      <vt:lpstr>PowerPoint Presentation</vt:lpstr>
      <vt:lpstr>Left 2 Studios</vt:lpstr>
      <vt:lpstr>Left 2 Studios</vt:lpstr>
      <vt:lpstr>What is our definition of a game?</vt:lpstr>
      <vt:lpstr>What are some common attributes of a game?</vt:lpstr>
      <vt:lpstr>What are some common attributes of a fish?</vt:lpstr>
      <vt:lpstr>What are some common attributes of a game?</vt:lpstr>
      <vt:lpstr>How did we push back?</vt:lpstr>
      <vt:lpstr>How did we fish back?</vt:lpstr>
      <vt:lpstr>How did we do?</vt:lpstr>
      <vt:lpstr>How did we do?</vt:lpstr>
      <vt:lpstr>Demo</vt:lpstr>
      <vt:lpstr>Reflection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Kelly, Michael</dc:creator>
  <cp:lastModifiedBy>Kelly, Michael</cp:lastModifiedBy>
  <cp:revision>16</cp:revision>
  <dcterms:created xsi:type="dcterms:W3CDTF">2019-09-24T16:08:31Z</dcterms:created>
  <dcterms:modified xsi:type="dcterms:W3CDTF">2019-09-25T03:52:55Z</dcterms:modified>
</cp:coreProperties>
</file>