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26"/>
  </p:normalViewPr>
  <p:slideViewPr>
    <p:cSldViewPr snapToGrid="0" snapToObjects="1">
      <p:cViewPr varScale="1">
        <p:scale>
          <a:sx n="105" d="100"/>
          <a:sy n="105" d="100"/>
        </p:scale>
        <p:origin x="84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B6129-6AA4-E144-914C-AE3E89B98F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DA0DB8-B1B1-B846-84D6-BA385C38CF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D82154-81B4-0249-88AB-14D4FC3B3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19CC5-32AC-4044-A83D-8631617ED3FF}" type="datetimeFigureOut">
              <a:rPr lang="en-US" smtClean="0"/>
              <a:t>9/24/19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188A0-3576-2142-8777-6F3F00AAA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FE29BA-1298-EF4A-AC4C-FDFA97F72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0DCD4-D326-FE44-A76C-E04BFCF88D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448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3EC2C-E06A-D448-9FA8-3172ECDBF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9B9D0C-CF91-3244-8135-A1B3430C2A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03DB62-2548-734C-8C87-3D9614604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19CC5-32AC-4044-A83D-8631617ED3FF}" type="datetimeFigureOut">
              <a:rPr lang="en-US" smtClean="0"/>
              <a:t>9/24/19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E723BE-F5EC-3249-967A-CAEF2498F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BB0AFF-B310-F341-B7A1-3F781CDD1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0DCD4-D326-FE44-A76C-E04BFCF88D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550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8629A-4182-5944-BB1C-C41D73D4D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5BFF30-045B-994A-9EAA-91A220F87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FB629F-F37E-7240-A685-2E9D687D0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19CC5-32AC-4044-A83D-8631617ED3FF}" type="datetimeFigureOut">
              <a:rPr lang="en-US" smtClean="0"/>
              <a:t>9/24/19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904B0B-CB3C-FE45-A38D-67EAC7E74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CF485-82B8-7644-8171-991D36CFA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0DCD4-D326-FE44-A76C-E04BFCF88D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306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2E41E-7459-A54D-BEC3-91E5372EB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B4B262-AE6A-954A-B03A-B6B780F432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FBFE29-A225-3F43-9E1F-6B6FC287BE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360410-F342-3141-879D-195D5718C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19CC5-32AC-4044-A83D-8631617ED3FF}" type="datetimeFigureOut">
              <a:rPr lang="en-US" smtClean="0"/>
              <a:t>9/24/19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7DEBF2-2C1D-5F48-8AB4-9665FB480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4A1EED-F930-0D4E-91ED-3372D88FD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0DCD4-D326-FE44-A76C-E04BFCF88D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8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D729A-E915-F847-A5F9-510350536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AB49F4-2454-744A-BBEE-DA5A340D36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D0423C-0FB3-DF43-8335-90F994539E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EEFCFC-7A4A-274C-B7A9-71B5C1D973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E667AF-27AE-3C4F-A458-91BE4DB86F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AA0148-8AFF-3245-B6DD-9769165DF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19CC5-32AC-4044-A83D-8631617ED3FF}" type="datetimeFigureOut">
              <a:rPr lang="en-US" smtClean="0"/>
              <a:t>9/24/19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DFE5BB-843E-1448-A3FC-873EB11C5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45396B-F7FA-5C45-B9B3-282D9D3C2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0DCD4-D326-FE44-A76C-E04BFCF88D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078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BEA1F-6CC8-A445-A45E-1F7421F9F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B6FDAC-7209-424A-9959-0E175642D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19CC5-32AC-4044-A83D-8631617ED3FF}" type="datetimeFigureOut">
              <a:rPr lang="en-US" smtClean="0"/>
              <a:t>9/24/19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AA974C-C2C2-CE4C-9929-665806C4B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62C158-ABCE-324F-8B57-F32FD8A1E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0DCD4-D326-FE44-A76C-E04BFCF88D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86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8FDA14-8912-E54D-8255-114B19D36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19CC5-32AC-4044-A83D-8631617ED3FF}" type="datetimeFigureOut">
              <a:rPr lang="en-US" smtClean="0"/>
              <a:t>9/24/19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BEEAD8-7903-B04E-9C6B-698604A5D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3F2C90-0435-BB4E-ADA0-E40B5DCBE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0DCD4-D326-FE44-A76C-E04BFCF88D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9912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33772-54DF-0C4A-A6D6-6BD269BA5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564A8-EAC0-2B46-B4D3-10BDCBBB7A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F5631E-F873-0848-B583-4434C4AB6B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1D098F-CF7D-724A-87AA-54EA2FC2A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19CC5-32AC-4044-A83D-8631617ED3FF}" type="datetimeFigureOut">
              <a:rPr lang="en-US" smtClean="0"/>
              <a:t>9/24/19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64290E-81AB-8F4D-B9DC-9A1988B5E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7D2E25-11C1-1947-9BBA-523A30223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0DCD4-D326-FE44-A76C-E04BFCF88D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64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80CBF-3C4E-3741-AD4B-5987A020D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890963-01CE-D04C-966E-C193A35D6B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250FE5-573A-3647-BA2C-498B4FBDD2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1EE1AD-ECF7-414F-A376-E8EF7AFB3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19CC5-32AC-4044-A83D-8631617ED3FF}" type="datetimeFigureOut">
              <a:rPr lang="en-US" smtClean="0"/>
              <a:t>9/24/19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00FF43-1279-F24B-BE08-634C9B6B7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875294-1A75-EB45-80B4-7049042AF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0DCD4-D326-FE44-A76C-E04BFCF88D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107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25778-2DA6-0945-9B4E-C8C73A664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787AE5-B709-104D-B323-D2A770DC4C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85FDDE-5C73-F14B-BA9E-354CEA02A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19CC5-32AC-4044-A83D-8631617ED3FF}" type="datetimeFigureOut">
              <a:rPr lang="en-US" smtClean="0"/>
              <a:t>9/24/19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B29BF7-42B2-F144-9B7F-EE9CDB901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7D4951-EEEE-DA40-B98B-0AFDF4FD7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0DCD4-D326-FE44-A76C-E04BFCF88D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79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DE4944-1F24-8841-89AB-74767F6C50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74655F-C182-594F-A2FC-20371E33C5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78001B-F956-194F-92BB-684372F44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19CC5-32AC-4044-A83D-8631617ED3FF}" type="datetimeFigureOut">
              <a:rPr lang="en-US" smtClean="0"/>
              <a:t>9/24/19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0DCABA-B12E-FB4A-AC71-0416D1780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1CF062-72B3-FF4E-AF05-E81838462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0DCD4-D326-FE44-A76C-E04BFCF88D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465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5421BC-94D0-B949-AE69-BCB6D33F3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9C8DF0-1703-1F42-9127-325102595B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809096-28AE-E941-9ABE-DF67CBA320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E19CC5-32AC-4044-A83D-8631617ED3FF}" type="datetimeFigureOut">
              <a:rPr lang="en-US" smtClean="0"/>
              <a:t>9/24/19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D74F7B-3A13-C94A-B9C2-7524A92130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086D0B-23DC-DD45-9EA2-8924E4BCED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10DCD4-D326-FE44-A76C-E04BFCF88D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239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wearing a yellow hat&#10;&#10;Description automatically generated">
            <a:extLst>
              <a:ext uri="{FF2B5EF4-FFF2-40B4-BE49-F238E27FC236}">
                <a16:creationId xmlns:a16="http://schemas.microsoft.com/office/drawing/2014/main" id="{E0A95638-3B7F-364F-9B33-10242C6AF8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313" y="-947213"/>
            <a:ext cx="11363374" cy="162500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07F07A-854E-EF4D-8E8C-828DDB6E06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A22AEB-67D1-D043-AB03-026DD5AC07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3074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E1112-0D6C-5143-9F52-D61CAF78F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Left 2 Studios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725A14-0939-884B-A4F8-51EE326B9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Jenny – Artist</a:t>
            </a:r>
          </a:p>
          <a:p>
            <a:r>
              <a:rPr lang="en-US" dirty="0"/>
              <a:t>Dan – Artist</a:t>
            </a:r>
          </a:p>
          <a:p>
            <a:r>
              <a:rPr lang="en-US" dirty="0"/>
              <a:t>Dylan - Writer</a:t>
            </a:r>
          </a:p>
          <a:p>
            <a:r>
              <a:rPr lang="en-US" dirty="0"/>
              <a:t>Jordan – Programmer</a:t>
            </a:r>
          </a:p>
          <a:p>
            <a:r>
              <a:rPr lang="en-US" dirty="0"/>
              <a:t>Simon – Programmer</a:t>
            </a:r>
          </a:p>
          <a:p>
            <a:r>
              <a:rPr lang="en-US" dirty="0"/>
              <a:t>Michael – Programmer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969246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FC883-3B54-714C-A489-7112053EE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What is our definition of a game?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D66CE-1504-874A-8302-EF38816C1E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Whatever you want it to be!</a:t>
            </a:r>
          </a:p>
        </p:txBody>
      </p:sp>
    </p:spTree>
    <p:extLst>
      <p:ext uri="{BB962C8B-B14F-4D97-AF65-F5344CB8AC3E}">
        <p14:creationId xmlns:p14="http://schemas.microsoft.com/office/powerpoint/2010/main" val="180651111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D99E3-B648-D844-9E75-462241263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common definition of a game?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4C9285-DB89-8B40-BFE3-D2CB9326AB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Video game</a:t>
            </a:r>
          </a:p>
          <a:p>
            <a:r>
              <a:rPr lang="en-US" dirty="0"/>
              <a:t>Played on </a:t>
            </a:r>
            <a:r>
              <a:rPr lang="en-US" dirty="0" err="1"/>
              <a:t>Playstation</a:t>
            </a:r>
            <a:r>
              <a:rPr lang="en-US" dirty="0"/>
              <a:t>, Xbox, Nintendo, </a:t>
            </a:r>
            <a:r>
              <a:rPr lang="en-US" dirty="0" err="1"/>
              <a:t>Ouya</a:t>
            </a:r>
            <a:r>
              <a:rPr lang="en-US" dirty="0"/>
              <a:t> (RIP ☠️), Mac, PC, Linux, iOS, Android, </a:t>
            </a:r>
            <a:r>
              <a:rPr lang="en-US" dirty="0" err="1"/>
              <a:t>etc</a:t>
            </a:r>
            <a:endParaRPr lang="en-US" dirty="0"/>
          </a:p>
          <a:p>
            <a:r>
              <a:rPr lang="en-US" i="1" dirty="0"/>
              <a:t>The player determines when the game starts and ends</a:t>
            </a:r>
          </a:p>
          <a:p>
            <a:r>
              <a:rPr lang="en-US" i="1" dirty="0"/>
              <a:t>Games are fun!</a:t>
            </a:r>
          </a:p>
        </p:txBody>
      </p:sp>
    </p:spTree>
    <p:extLst>
      <p:ext uri="{BB962C8B-B14F-4D97-AF65-F5344CB8AC3E}">
        <p14:creationId xmlns:p14="http://schemas.microsoft.com/office/powerpoint/2010/main" val="19860616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4D619-0EF9-2D45-82E7-1ED618FE7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did we push back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334708-FCAB-5947-9DF4-7756CB225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the player starts and ends the game</a:t>
            </a:r>
          </a:p>
          <a:p>
            <a:r>
              <a:rPr lang="en-US" dirty="0"/>
              <a:t>‘Platform’</a:t>
            </a:r>
          </a:p>
          <a:p>
            <a:r>
              <a:rPr lang="en-US" dirty="0"/>
              <a:t>Game is boring</a:t>
            </a:r>
          </a:p>
        </p:txBody>
      </p:sp>
    </p:spTree>
    <p:extLst>
      <p:ext uri="{BB962C8B-B14F-4D97-AF65-F5344CB8AC3E}">
        <p14:creationId xmlns:p14="http://schemas.microsoft.com/office/powerpoint/2010/main" val="233342761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67C53-5217-B049-A5AA-3E34F8F91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did we do?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2459F-506A-BD4C-9FC3-737E4CDE5D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did ok.</a:t>
            </a:r>
          </a:p>
          <a:p>
            <a:r>
              <a:rPr lang="en-US" dirty="0"/>
              <a:t>Silvia likes our game concept.</a:t>
            </a:r>
          </a:p>
          <a:p>
            <a:pPr lvl="1"/>
            <a:r>
              <a:rPr lang="en-US" dirty="0"/>
              <a:t>Hopefully the game is good too</a:t>
            </a:r>
          </a:p>
          <a:p>
            <a:r>
              <a:rPr lang="en-US" dirty="0"/>
              <a:t>The real game was the friends we made along the way </a:t>
            </a:r>
            <a:r>
              <a:rPr lang="en-US" dirty="0">
                <a:sym typeface="Wingdings" pitchFamily="2" charset="2"/>
              </a:rPr>
              <a:t>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16072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437</TotalTime>
  <Words>136</Words>
  <Application>Microsoft Macintosh PowerPoint</Application>
  <PresentationFormat>Widescreen</PresentationFormat>
  <Paragraphs>23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Left 2 Studios</vt:lpstr>
      <vt:lpstr>What is our definition of a game?</vt:lpstr>
      <vt:lpstr>What is the common definition of a game?</vt:lpstr>
      <vt:lpstr>How did we push back</vt:lpstr>
      <vt:lpstr>How did we do?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Kelly, Michael</dc:creator>
  <cp:lastModifiedBy>Kelly, Michael</cp:lastModifiedBy>
  <cp:revision>6</cp:revision>
  <dcterms:created xsi:type="dcterms:W3CDTF">2019-09-24T16:08:31Z</dcterms:created>
  <dcterms:modified xsi:type="dcterms:W3CDTF">2019-09-24T23:25:52Z</dcterms:modified>
</cp:coreProperties>
</file>